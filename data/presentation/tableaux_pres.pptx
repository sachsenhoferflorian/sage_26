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r>
              <a:rPr/>
              <a:t>Categories et nombres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457200" y="1097280"/>
          <a:ext cx="3840480" cy="2560320"/>
        </p:xfrm>
        <a:graphic>
          <a:graphicData uri="http://schemas.openxmlformats.org/drawingml/2006/table">
            <a:tbl>
              <a:tblPr/>
              <a:tblGrid>
                <a:gridCol w="1762614"/>
                <a:gridCol w="497774"/>
              </a:tblGrid>
              <a:tr h="415125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Type de manioc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Nb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7553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manioc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63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2743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kra_manioc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754880" y="1097280"/>
          <a:ext cx="3840480" cy="2560320"/>
        </p:xfrm>
        <a:graphic>
          <a:graphicData uri="http://schemas.openxmlformats.org/drawingml/2006/table">
            <a:tbl>
              <a:tblPr/>
              <a:tblGrid>
                <a:gridCol w="1649704"/>
                <a:gridCol w="497774"/>
              </a:tblGrid>
              <a:tr h="377322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Couleur racine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Nb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5125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jaune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25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75437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blanc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72957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creme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"/>
          <p:cNvGraphicFramePr>
            <a:graphicFrameLocks noGrp="true"/>
          </p:cNvGraphicFramePr>
          <p:nvPr/>
        </p:nvGraphicFramePr>
        <p:xfrm rot="0">
          <a:off x="457200" y="3840480"/>
          <a:ext cx="3840480" cy="2560320"/>
        </p:xfrm>
        <a:graphic>
          <a:graphicData uri="http://schemas.openxmlformats.org/drawingml/2006/table">
            <a:tbl>
              <a:tblPr/>
              <a:tblGrid>
                <a:gridCol w="1525184"/>
                <a:gridCol w="497774"/>
              </a:tblGrid>
              <a:tr h="377322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Communauté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Nb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5125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bushinengues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35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75437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amerindien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29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75437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non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"/>
          <p:cNvGraphicFramePr>
            <a:graphicFrameLocks noGrp="true"/>
          </p:cNvGraphicFramePr>
          <p:nvPr/>
        </p:nvGraphicFramePr>
        <p:xfrm rot="0">
          <a:off x="4754880" y="3840480"/>
          <a:ext cx="3840480" cy="3474720"/>
        </p:xfrm>
        <a:graphic>
          <a:graphicData uri="http://schemas.openxmlformats.org/drawingml/2006/table">
            <a:tbl>
              <a:tblPr/>
              <a:tblGrid>
                <a:gridCol w="1333394"/>
                <a:gridCol w="497774"/>
              </a:tblGrid>
              <a:tr h="377322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Communes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Nb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77322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SLM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7553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Iracoubo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77422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SGO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74743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Mana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75437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Macouria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5125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Montsinery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7553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Roura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74743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Kourou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7605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Sinnamary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5125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Regina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2026-05-07T16:16:15Z</dcterms:modified>
  <cp:category/>
</cp:coreProperties>
</file>