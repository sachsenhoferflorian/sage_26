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182880"/>
            <a:ext cx="8229600" cy="731520"/>
          </a:xfrm>
        </p:spPr>
        <p:txBody>
          <a:bodyPr/>
          <a:lstStyle/>
          <a:p>
            <a:r>
              <a:rPr/>
              <a:t>Categories et nombres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45720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762614"/>
                <a:gridCol w="497774"/>
              </a:tblGrid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Type de 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2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kra_manioc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75488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64970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Couleur racine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jaune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blanc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295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creme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7200" y="3840480"/>
          <a:ext cx="3840480" cy="2560320"/>
        </p:xfrm>
        <a:graphic>
          <a:graphicData uri="http://schemas.openxmlformats.org/drawingml/2006/table">
            <a:tbl>
              <a:tblPr/>
              <a:tblGrid>
                <a:gridCol w="152518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Communauté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bushinengues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amerindien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54880" y="3840480"/>
          <a:ext cx="3840480" cy="3474720"/>
        </p:xfrm>
        <a:graphic>
          <a:graphicData uri="http://schemas.openxmlformats.org/drawingml/2006/table">
            <a:tbl>
              <a:tblPr/>
              <a:tblGrid>
                <a:gridCol w="133339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SLM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Iracoubo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4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SGO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Macouria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Montsinery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Roura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Kourou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760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Sinnamary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Regina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2026-04-23T09:21:30Z</dcterms:modified>
  <cp:category/>
</cp:coreProperties>
</file>