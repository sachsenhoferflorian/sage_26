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true"/>
          </p:cNvGraphicFramePr>
          <p:nvPr/>
        </p:nvGraphicFramePr>
        <p:xfrm rot="0">
          <a:off x="457200" y="457200"/>
          <a:ext cx="3657600" cy="27432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Couleur racine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blanc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creme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jaune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4572000" y="457200"/>
          <a:ext cx="3657600" cy="27432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Couleur racine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blanc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creme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jaune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3657600"/>
          <a:ext cx="3657600" cy="27432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Couleur racine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blanc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creme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jaune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457200" y="457200"/>
          <a:ext cx="3657600" cy="27432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Couleur racine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blanc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creme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jaune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"/>
          <p:cNvGraphicFramePr>
            <a:graphicFrameLocks noGrp="true"/>
          </p:cNvGraphicFramePr>
          <p:nvPr/>
        </p:nvGraphicFramePr>
        <p:xfrm rot="0">
          <a:off x="4572000" y="457200"/>
          <a:ext cx="3657600" cy="27432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Couleur racine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blanc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creme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jaune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"/>
          <p:cNvGraphicFramePr>
            <a:graphicFrameLocks noGrp="true"/>
          </p:cNvGraphicFramePr>
          <p:nvPr/>
        </p:nvGraphicFramePr>
        <p:xfrm rot="0">
          <a:off x="457200" y="3657600"/>
          <a:ext cx="3657600" cy="27432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Couleur racine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blanc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creme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jaune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2026-04-21T09:48:27Z</dcterms:modified>
  <cp:category/>
</cp:coreProperties>
</file>